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07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taforma-beta.coderhouse.com/cursos/86425/prompt-engineering-dev-carreras-intensiva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proyectoia-appgit-efg9hqul8zazw2fax38jp6.streamlit.app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QmwMDucdUJ3Qcr0vyYMHcEaDZRijHsdR/view?usp=drive_link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iegoagodoy/ProyectoIA-Streamlit.git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243447"/>
          </a:solidFill>
          <a:ln w="254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680960" y="-365760"/>
            <a:ext cx="1920240" cy="1920240"/>
          </a:xfrm>
          <a:prstGeom prst="ellipse">
            <a:avLst/>
          </a:prstGeom>
          <a:solidFill>
            <a:srgbClr val="E8720C">
              <a:alpha val="40000"/>
            </a:srgbClr>
          </a:solidFill>
          <a:ln w="12700">
            <a:solidFill>
              <a:srgbClr val="E8720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" y="18288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PresupuestoIA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11480" y="2880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presupuestos orientativos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obras en Argentina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1480" y="379476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41148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Impulsado por IA · Streamlit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ADOLFO </a:t>
            </a:r>
            <a:r>
              <a:rPr lang="en-US" sz="1100" dirty="0">
                <a:solidFill>
                  <a:srgbClr val="B0BFCE"/>
                </a:solidFill>
                <a:latin typeface="Calibri" pitchFamily="34" charset="0"/>
                <a:cs typeface="Calibri" pitchFamily="34" charset="-120"/>
              </a:rPr>
              <a:t>GODOY · Comisión:</a:t>
            </a:r>
            <a:r>
              <a:rPr lang="en-US" sz="1100" dirty="0">
                <a:solidFill>
                  <a:srgbClr val="B0BFCE"/>
                </a:solidFill>
                <a:latin typeface="Calibri" pitchFamily="34" charset="0"/>
                <a:cs typeface="Calibri" pitchFamily="34" charset="-120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86425</a:t>
            </a:r>
            <a:endParaRPr lang="en-US" sz="1100" dirty="0">
              <a:solidFill>
                <a:srgbClr val="B0BFCE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5029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trata este proyecto?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020" y="155448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que usa IA para generar presupuestos orientativos de construcción, adaptados a la realidad Argentina.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0600" y="13258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4" y="1554480"/>
            <a:ext cx="1097280" cy="1097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Construcción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para propietarios, arquitectos y profesionales que necesitan una estimación rápida y confiable.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5029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 de presupuestar una obra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27632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dispersa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783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costos varían por zona, material y época del año. Es difícil consolidarlos.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627632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Diferencias regionales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1783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Presupuestar en Buenos Aires es muy distinto a hacerlo en Mendoza o Córdoba.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11480" y="28346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182112"/>
            <a:ext cx="566928" cy="5669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971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complejo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8016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experiencia técnica, estimar un costo por m² resulta poco confiable.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00600" y="28346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182112"/>
            <a:ext cx="566928" cy="5669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2971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orientación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66928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siempre es posible acceder rápido a un profesional para una estimación inicial.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84048" y="320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85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app que calcula por vos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4630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INGRESA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1E2D40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obra (vivienda, local, galpón...)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578608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1E2D40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58368" y="25786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en m²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145536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1E2D40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58368" y="314553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712464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1E2D40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58368" y="37124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terminaciones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788920"/>
            <a:ext cx="6400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937760" y="1463040"/>
            <a:ext cx="3794760" cy="3200400"/>
          </a:xfrm>
          <a:prstGeom prst="roundRect">
            <a:avLst>
              <a:gd name="adj" fmla="val 3429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4"/>
          <p:cNvSpPr/>
          <p:nvPr/>
        </p:nvSpPr>
        <p:spPr>
          <a:xfrm>
            <a:off x="5102352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GENERA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03120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20574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 por m² en USD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67004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32120" y="26243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estimado de la obra</a:t>
            </a:r>
            <a:endParaRPr lang="en-US" sz="1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23697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1912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por provincia y tipo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80390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32120" y="37581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técnicas y climáticas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50292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 y flujo de funcionamiento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07592" y="13533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07592" y="167335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29000" y="1234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13716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3672" y="13533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33672" y="167335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55080" y="1234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3716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9752" y="13533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159752" y="167335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OpenRouter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(GPT-3.5-Turbo)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292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FUNCIONAMIENTO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01752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1A2332"/>
          </a:solidFill>
          <a:ln w="1270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5"/>
          <p:cNvSpPr/>
          <p:nvPr/>
        </p:nvSpPr>
        <p:spPr>
          <a:xfrm>
            <a:off x="274320" y="306324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347472" y="345643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carga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del proyecto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3657600"/>
            <a:ext cx="320040" cy="3200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2057400" y="301752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1A2332"/>
          </a:solidFill>
          <a:ln w="1270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18"/>
          <p:cNvSpPr/>
          <p:nvPr/>
        </p:nvSpPr>
        <p:spPr>
          <a:xfrm>
            <a:off x="2057400" y="306324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2130552" y="345643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construye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detallado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3657600"/>
            <a:ext cx="320040" cy="32004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840480" y="301752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1A2332"/>
          </a:solidFill>
          <a:ln w="1270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1"/>
          <p:cNvSpPr/>
          <p:nvPr/>
        </p:nvSpPr>
        <p:spPr>
          <a:xfrm>
            <a:off x="3840480" y="306324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3913632" y="345643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se envía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IA via OpenRouter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657600"/>
            <a:ext cx="320040" cy="32004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623560" y="301752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1A2332"/>
          </a:solidFill>
          <a:ln w="1270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24"/>
          <p:cNvSpPr/>
          <p:nvPr/>
        </p:nvSpPr>
        <p:spPr>
          <a:xfrm>
            <a:off x="5623560" y="306324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5696712" y="345643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devuelve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respuesta estructurada</a:t>
            </a:r>
            <a:endParaRPr lang="en-US" sz="1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657600"/>
            <a:ext cx="320040" cy="32004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406640" y="301752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27"/>
          <p:cNvSpPr/>
          <p:nvPr/>
        </p:nvSpPr>
        <p:spPr>
          <a:xfrm>
            <a:off x="7406640" y="306324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28"/>
          <p:cNvSpPr/>
          <p:nvPr/>
        </p:nvSpPr>
        <p:spPr>
          <a:xfrm>
            <a:off x="7479792" y="345643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en pantalla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84048" y="320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INICIAL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Prompts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5029200" cy="3429000"/>
          </a:xfrm>
          <a:prstGeom prst="roundRect">
            <a:avLst>
              <a:gd name="adj" fmla="val 26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Actuá como especialista en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presupuestos de construcción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Argentina.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Necesito una estimación para: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Tipo de obra: {tipo_obra}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Superficie: {superficie} m²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Provincia: {provincia}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Terminaciones: {terminaciones}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Formatear como: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PRESUPUESTO ESTIMADO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JUSTIFICACIÓN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EB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RECOMENDACIONES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002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 especializado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la IA hacia respuestas del sector construcción.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0" y="2542032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77063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0" y="2633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dinámicas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0" y="2953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adapta a cada proyecto ingresado por el usuario.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669280" y="3712464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94106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803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Salida estructurada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0" y="41239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en secciones claras para presentar el resultado.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50292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viable el proyecto?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39319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444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Económica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01168" cy="201168"/>
          </a:xfrm>
          <a:prstGeom prst="ellipse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914400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despliegue gratuito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201168" cy="201168"/>
          </a:xfrm>
          <a:prstGeom prst="ellipse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914400" y="2633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OpenRouter: plan free para pruebas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346704"/>
            <a:ext cx="201168" cy="201168"/>
          </a:xfrm>
          <a:prstGeom prst="ellipse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914400" y="32552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open source, sin licencias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4360" y="3968496"/>
            <a:ext cx="201168" cy="201168"/>
          </a:xfrm>
          <a:prstGeom prst="ellipse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914400" y="38770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 con inversión mínima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800600" y="1261872"/>
            <a:ext cx="39319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1732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50992" y="1444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Técnica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983480" y="2103120"/>
            <a:ext cx="201168" cy="201168"/>
          </a:xfrm>
          <a:prstGeom prst="ellipse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7"/>
          <p:cNvSpPr/>
          <p:nvPr/>
        </p:nvSpPr>
        <p:spPr>
          <a:xfrm>
            <a:off x="5303520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liviana en Python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983480" y="2724912"/>
            <a:ext cx="201168" cy="201168"/>
          </a:xfrm>
          <a:prstGeom prst="ellipse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19"/>
          <p:cNvSpPr/>
          <p:nvPr/>
        </p:nvSpPr>
        <p:spPr>
          <a:xfrm>
            <a:off x="5303520" y="2633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via OpenRouter (HTTP)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983480" y="3346704"/>
            <a:ext cx="201168" cy="201168"/>
          </a:xfrm>
          <a:prstGeom prst="ellipse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1"/>
          <p:cNvSpPr/>
          <p:nvPr/>
        </p:nvSpPr>
        <p:spPr>
          <a:xfrm>
            <a:off x="5303520" y="32552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Streamlit Cloud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983480" y="3968496"/>
            <a:ext cx="201168" cy="201168"/>
          </a:xfrm>
          <a:prstGeom prst="ellipse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3"/>
          <p:cNvSpPr/>
          <p:nvPr/>
        </p:nvSpPr>
        <p:spPr>
          <a:xfrm>
            <a:off x="5303520" y="38770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modular y mantenible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84048" y="320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85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app en acción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243447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61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490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app: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78992" y="17647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hlinkClick r:id="rId4"/>
              </a:rPr>
              <a:t>https://proyectoia-appgit-efg9hqul8zazw2fax38jp6.streamlit.app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" y="2331720"/>
            <a:ext cx="1938528" cy="2377440"/>
          </a:xfrm>
          <a:prstGeom prst="roundRect">
            <a:avLst>
              <a:gd name="adj" fmla="val 4717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49" y="2514600"/>
            <a:ext cx="868680" cy="868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" y="347472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IA generado al instante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05456" y="2331720"/>
            <a:ext cx="1938528" cy="2377440"/>
          </a:xfrm>
          <a:prstGeom prst="roundRect">
            <a:avLst>
              <a:gd name="adj" fmla="val 4717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1039" y="2514600"/>
            <a:ext cx="868680" cy="8686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96896" y="347472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desde cualquier navegador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26864" y="2331720"/>
            <a:ext cx="1938528" cy="2377440"/>
          </a:xfrm>
          <a:prstGeom prst="roundRect">
            <a:avLst>
              <a:gd name="adj" fmla="val 4717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0883" y="2514600"/>
            <a:ext cx="868680" cy="8686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18304" y="347472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instalación — funciona en la nube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748272" y="2331720"/>
            <a:ext cx="1938528" cy="2377440"/>
          </a:xfrm>
          <a:prstGeom prst="roundRect">
            <a:avLst>
              <a:gd name="adj" fmla="val 4717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2291" y="2514600"/>
            <a:ext cx="868680" cy="8686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39712" y="347472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al mercado argentino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502920" y="73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DEMOSTRATIVO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Funcionamiento en acción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8321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72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 funcionamiento: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8992" y="15361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hlinkClick r:id="rId4"/>
              </a:rPr>
              <a:t>https://drive.google.com/file/d/1QmwMDucdUJ3Qcr0vyYMHcEaDZRijHsdR/view?usp=drive_link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0574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548640" y="231343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548640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2167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 de inicio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34440" y="251460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inicial de PresupuestoIA con los campos del formulario.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0" y="20574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3"/>
          <p:cNvSpPr/>
          <p:nvPr/>
        </p:nvSpPr>
        <p:spPr>
          <a:xfrm>
            <a:off x="4892040" y="231343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4"/>
          <p:cNvSpPr/>
          <p:nvPr/>
        </p:nvSpPr>
        <p:spPr>
          <a:xfrm>
            <a:off x="4892040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77840" y="2167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Ingreso de datos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77840" y="251460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selecciona tipo de obra, superficie, provincia y terminaciones.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11480" y="338328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Shape 18"/>
          <p:cNvSpPr/>
          <p:nvPr/>
        </p:nvSpPr>
        <p:spPr>
          <a:xfrm>
            <a:off x="548640" y="36393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19"/>
          <p:cNvSpPr/>
          <p:nvPr/>
        </p:nvSpPr>
        <p:spPr>
          <a:xfrm>
            <a:off x="548640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34440" y="34930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 del análisis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34440" y="384048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procesa el prompt y devuelve un presupuesto estructurado.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54880" y="338328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6" name="Shape 23"/>
          <p:cNvSpPr/>
          <p:nvPr/>
        </p:nvSpPr>
        <p:spPr>
          <a:xfrm>
            <a:off x="4892040" y="36393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4"/>
          <p:cNvSpPr/>
          <p:nvPr/>
        </p:nvSpPr>
        <p:spPr>
          <a:xfrm>
            <a:off x="4892040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577840" y="34930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final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77840" y="384048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el costo estimado, justificación y recomendaciones técnicas.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406640" y="3840480"/>
            <a:ext cx="2103120" cy="2103120"/>
          </a:xfrm>
          <a:prstGeom prst="ellipse">
            <a:avLst/>
          </a:prstGeom>
          <a:solidFill>
            <a:srgbClr val="E8720C">
              <a:alpha val="30000"/>
            </a:srgbClr>
          </a:solidFill>
          <a:ln w="12700">
            <a:solidFill>
              <a:srgbClr val="E8720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384048" y="320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esperado del proyecto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4630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0512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52728" y="1627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Estimación instantánea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52728" y="20116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orientativo en segundos, sin necesidad de un profesional.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07408" y="14630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10512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1627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Adaptado al territorio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276088" y="20116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la provincia, el tipo de obra y el nivel de terminaciones.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84048" y="30632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10712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52728" y="3227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Accesible desde cualquier lado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52728" y="36118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online, sin instalación, desde cualquier dispositivo.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407408" y="30632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43447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410712"/>
            <a:ext cx="566928" cy="5669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76088" y="3227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Multipropósito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276088" y="36118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viviendas, locales, oficinas y galpones.</a:t>
            </a:r>
            <a:endParaRPr lang="en-US" sz="11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66344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4672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B0BF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/>
              </a:rPr>
              <a:t>https://github.com/Diegoagodoy/ProyectoIA-Streamlit.git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609</Words>
  <Application>Microsoft Office PowerPoint</Application>
  <PresentationFormat>Presentación en pantalla (16:9)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PresupuestoIA - Proyecto Final</dc:title>
  <dc:subject>PptxGenJS Presentation</dc:subject>
  <dc:creator>PresupuestoIA</dc:creator>
  <cp:lastModifiedBy>Diego Godoy</cp:lastModifiedBy>
  <cp:revision>4</cp:revision>
  <dcterms:created xsi:type="dcterms:W3CDTF">2026-06-22T21:00:25Z</dcterms:created>
  <dcterms:modified xsi:type="dcterms:W3CDTF">2026-06-22T22:19:05Z</dcterms:modified>
</cp:coreProperties>
</file>